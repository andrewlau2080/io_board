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一代线束测试机使用说明书</a:t>
            </a:r>
            <a:endParaRPr lang="zh-CN" sz="3600"/>
          </a:p>
        </p:txBody>
      </p:sp>
      <p:sp>
        <p:nvSpPr>
          <p:cNvPr id="3" name="Subtitle"/>
          <p:cNvSpPr txBox="1"/>
          <p:nvPr/>
        </p:nvSpPr>
        <p:spPr>
          <a:xfrm>
            <a:off x="950000" y="1500000"/>
            <a:ext cx="10300000" cy="16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600">
                <a:latin typeface="Microsoft YaHei"/>
                <a:ea typeface="Microsoft YaHei"/>
              </a:rPr>
              <a:t>当前固件：FIRST_GEN_4051_LOCAL</a:t>
            </a:r>
            <a:endParaRPr lang="zh-CN" sz="2600"/>
          </a:p>
          <a:p>
            <a:pPr marL="0" indent="0">
              <a:buNone/>
            </a:pPr>
            <a:r>
              <a:rPr lang="zh-CN" sz="2600">
                <a:latin typeface="Microsoft YaHei"/>
                <a:ea typeface="Microsoft YaHei"/>
              </a:rPr>
              <a:t>显示模块：6位 LEDM / TM1637</a:t>
            </a:r>
            <a:endParaRPr lang="zh-CN" sz="2600"/>
          </a:p>
          <a:p>
            <a:pPr marL="0" indent="0">
              <a:buNone/>
            </a:pPr>
            <a:r>
              <a:rPr lang="zh-CN" sz="2600">
                <a:latin typeface="Microsoft YaHei"/>
                <a:ea typeface="Microsoft YaHei"/>
              </a:rPr>
              <a:t>日期：2026-07-04</a:t>
            </a:r>
            <a:endParaRPr lang="zh-CN" sz="2600"/>
          </a:p>
        </p:txBody>
      </p:sp>
      <p:sp>
        <p:nvSpPr>
          <p:cNvPr id="4" name="Footer"/>
          <p:cNvSpPr txBox="1"/>
          <p:nvPr/>
        </p:nvSpPr>
        <p:spPr>
          <a:xfrm>
            <a:off x="950000" y="5900000"/>
            <a:ext cx="10300000" cy="4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1800">
                <a:latin typeface="Microsoft YaHei"/>
                <a:ea typeface="Microsoft YaHei"/>
              </a:rPr>
              <a:t>IO BOARD / First Gen Wire Tester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设备功能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根据已学习的标准线束资料，实时扫描当前线束连接状态。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判断断线、短路、多接、错接等不良。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当前扫描范围：48 组 OUT，48 组 IN。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合格显示 PASS；不良显示 NG 并轮显不良线号。</a:t>
            </a:r>
            <a:endParaRPr lang="zh-CN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按键定义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K1：短按自检；长按约 3 秒进入学习。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K2：自动测试 / 进入实时扫描。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K3：复位 / 重来。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K4：学习确认保存。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PC7：PASS 状态下按下超过 20ms 触发打印，低电平有效。</a:t>
            </a:r>
            <a:endParaRPr lang="zh-CN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开机与待机显示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开机后显示 WIRE TESTER 滚动字样。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按任意 LEDM 按键后停止滚动。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AUTO-T：已有学习资料，可进入自动测试。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LEArn：没有有效学习资料，需要先学习标准线束。</a:t>
            </a:r>
            <a:endParaRPr lang="zh-CN"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学习流程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1. 接入确认合格的标准线束。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2. 长按 K1 约 3 秒，设备开始学习扫描。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3. 学习完成后，004004 与 tot-08 两屏交替显示。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4. 确认无误后按 K4 保存。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5. 保存成功后，tot-xx 快闪两次，然后显示 SAUEd。</a:t>
            </a:r>
            <a:endParaRPr lang="zh-CN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学习结果与 TOT 算法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004004：有效 OUT 数 / 有效 IN 数。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tot-08：总点数。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TOT = 有效 OUT 数 + 有效 IN 数。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例：OUT1-IN1、OUT1-IN2、OUT3-IN3、OUT4-IN4。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有效 OUT = 3，有效 IN = 4，所以显示 003004 / tot-07。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一拖多时，输出端头只算 1 个 OUT，分线端每个 IN 单独计数。</a:t>
            </a:r>
            <a:endParaRPr lang="zh-CN"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实时扫描显示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扫描过程中不显示通道号，以保证扫描速度。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扫描动画为两个横线一组跳动：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--    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  --  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    --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设备会持续实时扫描，不需要等待固定延时。</a:t>
            </a:r>
            <a:endParaRPr lang="zh-CN"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PASS 与 NG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PASS：完整一轮扫描全部正常。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PASS 状态下设备仍继续扫描。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NG：检测到断线、短路、多接、错接等不良。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NG 会与不良线号轮流显示，例如 NG / 001002。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修复线束后，下一整轮全部正常会恢复 PASS。</a:t>
            </a:r>
            <a:endParaRPr lang="zh-CN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打印操作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打印只允许在 PASS 状态下触发。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显示 PASS 后，按下 PC7 超过 20ms。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设备发送红外打印信号。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打印完成后显示 Printd。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当前为 NG 时，按 PC7 不会打印。</a:t>
            </a:r>
            <a:endParaRPr lang="zh-CN"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按键释放保护与注意事项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K1 长按学习后，必须等待按键释放并稳定，避免误触发自检。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K4 保存、K3 取消、K2 自动测试后，也会等待所有按键释放稳定约 200ms。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第一次使用或更换线束规格后，必须先学习标准线束。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学习时必须接入确认合格的样品线束。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• PC7 为低电平有效，按键接地触发。</a:t>
            </a:r>
            <a:endParaRPr lang="zh-CN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10000" y="330000"/>
            <a:ext cx="11000000" cy="800000"/>
          </a:xfrm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3600">
                <a:b/>
                <a:latin typeface="Microsoft YaHei"/>
                <a:ea typeface="Microsoft YaHei"/>
              </a:rPr>
              <a:t>常见显示速查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850000" y="1350000"/>
            <a:ext cx="10500000" cy="4750000"/>
          </a:xfrm>
          <a:solidFill>
            <a:srgbClr val="F7FAFC"/>
          </a:solidFill>
          <a:ln>
            <a:noFill/>
          </a:ln>
        </p:spPr>
        <p:txBody>
          <a:bodyPr wrap="square" rtlCol="0"/>
          <a:lstStyle/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WIRE TESTER：开机滚动提示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AUTO-T：自动测试待机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LEArn：需要学习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PASS：测试合格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NG：测试不良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001002：OUT001 / IN002 对应不良点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SAUEd：学习保存成功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Printd：已完成打印</a:t>
            </a:r>
            <a:endParaRPr lang="zh-CN" sz="2300"/>
          </a:p>
          <a:p>
            <a:pPr marL="0" indent="0">
              <a:buNone/>
            </a:pPr>
            <a:r>
              <a:rPr lang="zh-CN" sz="2300">
                <a:latin typeface="Microsoft YaHei"/>
                <a:ea typeface="Microsoft YaHei"/>
              </a:rPr>
              <a:t>Erxxxx：错误代码</a:t>
            </a:r>
            <a:endParaRPr lang="zh-CN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BoardTheme">
  <a:themeElements>
    <a:clrScheme name="Office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C2626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